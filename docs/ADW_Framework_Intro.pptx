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65760"/>
            <a:ext cx="3200400" cy="320040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914400"/>
            <a:ext cx="2011680" cy="201168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840480"/>
            <a:ext cx="274320" cy="274320"/>
          </a:xfrm>
          <a:prstGeom prst="rect">
            <a:avLst/>
          </a:prstGeom>
          <a:solidFill>
            <a:srgbClr val="0F766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206240"/>
            <a:ext cx="137160" cy="137160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82880"/>
            <a:ext cx="228600" cy="2286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23444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914400"/>
            <a:ext cx="73152" cy="2377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9144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 Framework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3794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the AI guess.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phases, approval gates, production-ready results.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 · ChatGPT · Copilot · Codex CLI · any AI coding assistant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structure, AI coding assistants fail predictably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Assumptions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guesses instead of asking — wrong architecture, wasted work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624328"/>
            <a:ext cx="7863840" cy="640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7977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642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Explosion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63040" y="2944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triage means every task gets the same process, or none at all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374136"/>
            <a:ext cx="7863840" cy="640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3465576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2958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392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Overflow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63040" y="3694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tasks exceed conversation limits — AI forgets earlier decisions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23944"/>
            <a:ext cx="7863840" cy="640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4215384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7939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Gaps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463040" y="44439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but no security review, no rollback plan, no observability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prevents all four.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follows structured phases — size determines which ones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7280" cy="1691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891540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5603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29968" y="1920240"/>
            <a:ext cx="1097280" cy="16916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13" name="Shape 9"/>
          <p:cNvSpPr/>
          <p:nvPr/>
        </p:nvSpPr>
        <p:spPr>
          <a:xfrm>
            <a:off x="2281428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2219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29968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256032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419856" y="1920240"/>
            <a:ext cx="1097280" cy="1691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2"/>
          <p:cNvSpPr/>
          <p:nvPr/>
        </p:nvSpPr>
        <p:spPr>
          <a:xfrm>
            <a:off x="3671316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616" y="222199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419856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256032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809744" y="1920240"/>
            <a:ext cx="1097280" cy="16916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23" name="Shape 15"/>
          <p:cNvSpPr/>
          <p:nvPr/>
        </p:nvSpPr>
        <p:spPr>
          <a:xfrm>
            <a:off x="5061204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4" y="2221992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809744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560320"/>
            <a:ext cx="201168" cy="201168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199632" y="1920240"/>
            <a:ext cx="1097280" cy="1691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18"/>
          <p:cNvSpPr/>
          <p:nvPr/>
        </p:nvSpPr>
        <p:spPr>
          <a:xfrm>
            <a:off x="6451092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199632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2560320"/>
            <a:ext cx="201168" cy="20116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7589520" y="1920240"/>
            <a:ext cx="1097280" cy="16916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33" name="Shape 21"/>
          <p:cNvSpPr/>
          <p:nvPr/>
        </p:nvSpPr>
        <p:spPr>
          <a:xfrm>
            <a:off x="7840980" y="2103120"/>
            <a:ext cx="594360" cy="594360"/>
          </a:xfrm>
          <a:prstGeom prst="ellipse">
            <a:avLst/>
          </a:prstGeom>
          <a:solidFill>
            <a:srgbClr val="0B1120">
              <a:alpha val="70000"/>
            </a:srgbClr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280" y="2221992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589520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100" dirty="0"/>
          </a:p>
        </p:txBody>
      </p:sp>
      <p:sp>
        <p:nvSpPr>
          <p:cNvPr id="36" name="Shape 23"/>
          <p:cNvSpPr/>
          <p:nvPr/>
        </p:nvSpPr>
        <p:spPr>
          <a:xfrm>
            <a:off x="640080" y="402336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24"/>
          <p:cNvSpPr/>
          <p:nvPr/>
        </p:nvSpPr>
        <p:spPr>
          <a:xfrm>
            <a:off x="89611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Gates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896112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waits for "approved"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2788920" y="402336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Text 27"/>
          <p:cNvSpPr/>
          <p:nvPr/>
        </p:nvSpPr>
        <p:spPr>
          <a:xfrm>
            <a:off x="304495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Loop-backs</a:t>
            </a:r>
            <a:endParaRPr lang="en-US" sz="1100" dirty="0"/>
          </a:p>
        </p:txBody>
      </p:sp>
      <p:sp>
        <p:nvSpPr>
          <p:cNvPr id="41" name="Text 28"/>
          <p:cNvSpPr/>
          <p:nvPr/>
        </p:nvSpPr>
        <p:spPr>
          <a:xfrm>
            <a:off x="3044952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reality ≠ plan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4937760" y="402336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30"/>
          <p:cNvSpPr/>
          <p:nvPr/>
        </p:nvSpPr>
        <p:spPr>
          <a:xfrm>
            <a:off x="519379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Scaling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5193792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skip ceremony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7086600" y="402336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Text 33"/>
          <p:cNvSpPr/>
          <p:nvPr/>
        </p:nvSpPr>
        <p:spPr>
          <a:xfrm>
            <a:off x="734263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Handoffs</a:t>
            </a:r>
            <a:endParaRPr lang="en-US" sz="1100" dirty="0"/>
          </a:p>
        </p:txBody>
      </p:sp>
      <p:sp>
        <p:nvSpPr>
          <p:cNvPr id="47" name="Text 34"/>
          <p:cNvSpPr/>
          <p:nvPr/>
        </p:nvSpPr>
        <p:spPr>
          <a:xfrm>
            <a:off x="7342632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continuity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Triage: Size Your Task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of every task — determines which phases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62179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5681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Bugfix, typo, 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Q&amp;A → Lightweight Plan → Build → Doc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7863840" cy="62179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615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907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feature, refactor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58775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Plan → [Design] → Build → Doc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00984"/>
            <a:ext cx="7863840" cy="62179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3284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6210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project, multi-module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3009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with Design phase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014216"/>
            <a:ext cx="7863840" cy="62179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Rewrite, platform, 10+ files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401421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→ 3–7 parallel sub-tasks → Integrate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663440"/>
            <a:ext cx="54864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finite — treat it like a budget. Every file read is a spend.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&amp; Plan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unknowns, then create a concrete implementation plan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657600" cy="2926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385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Discover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repo: README, CLAUDE.md, AGENTS.md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2843784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2770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search (rg, grep, git log)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191256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state vs. request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3538728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4655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structured questions with recs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3886200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3813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answers: "1b 2a" or "defaults"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33672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findings into ≤30 line summary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1783080"/>
            <a:ext cx="3657600" cy="29260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0" y="1874520"/>
            <a:ext cx="411480" cy="41148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9385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778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Plan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029200" y="2496312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53035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1–3 architecture options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0" y="2843784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5303520" y="2770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risks and edge cases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0" y="3191256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530352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steps with file paths &amp; tests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0" y="3538728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5303520" y="34655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operability sections (M+)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029200" y="3886200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5303520" y="3813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prompt packs on demand only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029200" y="4233672"/>
            <a:ext cx="109728" cy="109728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530352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Present plan — wait for "approved"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commands, edits, or plans that depend on unresolved material unknowns.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Test → Document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657600" cy="329184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556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Test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step at a time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2633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after each step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29809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failures before moving 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3284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3328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alongside code, not after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with PR checklist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 iterations: assess context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" y="4434840"/>
            <a:ext cx="3383280" cy="3657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44348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Loop-back: stop &amp; flag when reality ≠ plan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1600200"/>
            <a:ext cx="3657600" cy="329184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9200" y="1691640"/>
            <a:ext cx="411480" cy="41148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755648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5778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0" y="235000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377440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4068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 &amp; CHANGELOG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44068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docs in sync with every change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029200" y="299008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01752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Docs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40680" y="3246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AGENTS.md for future AI sessions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029200" y="363016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657600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44068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Readiness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44068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Size-scaled checklist for production gates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5029200" y="427024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4297680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44068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Notes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5440680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plan + git diff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 Task Decomposition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tasks too large for a single conversation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37160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Q&amp;A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5688" y="207568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828800"/>
            <a:ext cx="1371600" cy="7772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sub-tasks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21608" y="207568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828800"/>
            <a:ext cx="137160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67528" y="207568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1828800"/>
            <a:ext cx="1371600" cy="7772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 task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13448" y="207568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28800"/>
            <a:ext cx="137160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test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88036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Scripts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337560"/>
            <a:ext cx="7863840" cy="329184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337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decompose.sh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3375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branches, worktrees, and brief files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721608"/>
            <a:ext cx="7863840" cy="329184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721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run-agents.sh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7216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parallel Claude Code / Codex agents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105656"/>
            <a:ext cx="7863840" cy="329184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105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check-integration.sh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41056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merge readiness, contracts, tests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489704"/>
            <a:ext cx="7863840" cy="329184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489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generate-agents-md.sh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4489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project knowledge for future sessions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support --dry-run  ·  PowerShell equivalents (.ps1) included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Project-Type Playbooks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folder structure, Q&amp;A, and build/test commands per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7863840" cy="34747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276856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22576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Web API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(Onion)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services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624328"/>
            <a:ext cx="7863840" cy="34747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660904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06624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872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Blazor WASM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83280" y="2624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Components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26480" y="2624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frontends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3008376"/>
            <a:ext cx="7863840" cy="34747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4" name="Shape 20"/>
          <p:cNvSpPr/>
          <p:nvPr/>
        </p:nvSpPr>
        <p:spPr>
          <a:xfrm>
            <a:off x="777240" y="3044952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9067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3008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MAUI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383280" y="30083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Clean + Shell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2648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0080" y="3392424"/>
            <a:ext cx="7863840" cy="34747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0" name="Shape 25"/>
          <p:cNvSpPr/>
          <p:nvPr/>
        </p:nvSpPr>
        <p:spPr>
          <a:xfrm>
            <a:off x="777240" y="3429000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74720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88720" y="3392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383280" y="33924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asmdef layers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126480" y="3392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0080" y="3776472"/>
            <a:ext cx="7863840" cy="34747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6" name="Shape 30"/>
          <p:cNvSpPr/>
          <p:nvPr/>
        </p:nvSpPr>
        <p:spPr>
          <a:xfrm>
            <a:off x="777240" y="3813048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58768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88720" y="3776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383280" y="3776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→ Services → App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6126480" y="3776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Embedded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40080" y="4160520"/>
            <a:ext cx="7863840" cy="34747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2" name="Shape 35"/>
          <p:cNvSpPr/>
          <p:nvPr/>
        </p:nvSpPr>
        <p:spPr>
          <a:xfrm>
            <a:off x="777240" y="4197096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42816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18872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338328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Handler-per-tool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126480" y="4160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servers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40080" y="4544568"/>
            <a:ext cx="7863840" cy="34747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48" name="Shape 40"/>
          <p:cNvSpPr/>
          <p:nvPr/>
        </p:nvSpPr>
        <p:spPr>
          <a:xfrm>
            <a:off x="777240" y="4581144"/>
            <a:ext cx="274320" cy="274320"/>
          </a:xfrm>
          <a:prstGeom prst="ellipse">
            <a:avLst/>
          </a:prstGeom>
          <a:solidFill>
            <a:srgbClr val="1A2540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626864"/>
            <a:ext cx="182880" cy="1828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88720" y="4544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Site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3383280" y="4544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6126480" y="45445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Blazor Server · React/Next.js · Python FastAPI · Docker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Readiness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Size-scaled gates — not every task needs everything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123444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828800"/>
            <a:ext cx="123444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1554480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828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/ Mega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212848"/>
            <a:ext cx="365760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212848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212848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212848"/>
            <a:ext cx="155448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044" y="2267712"/>
            <a:ext cx="164592" cy="16459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204" y="2267712"/>
            <a:ext cx="164592" cy="16459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2267712"/>
            <a:ext cx="16459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4" name="Shape 19"/>
          <p:cNvSpPr/>
          <p:nvPr/>
        </p:nvSpPr>
        <p:spPr>
          <a:xfrm>
            <a:off x="4389120" y="2514600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5" name="Shape 20"/>
          <p:cNvSpPr/>
          <p:nvPr/>
        </p:nvSpPr>
        <p:spPr>
          <a:xfrm>
            <a:off x="5669280" y="2514600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6" name="Shape 21"/>
          <p:cNvSpPr/>
          <p:nvPr/>
        </p:nvSpPr>
        <p:spPr>
          <a:xfrm>
            <a:off x="6949440" y="2514600"/>
            <a:ext cx="155448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code review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569464"/>
            <a:ext cx="164592" cy="164592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04" y="2569464"/>
            <a:ext cx="164592" cy="164592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2569464"/>
            <a:ext cx="164592" cy="1645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40080" y="2816352"/>
            <a:ext cx="365760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2" name="Shape 24"/>
          <p:cNvSpPr/>
          <p:nvPr/>
        </p:nvSpPr>
        <p:spPr>
          <a:xfrm>
            <a:off x="4389120" y="2816352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3" name="Shape 25"/>
          <p:cNvSpPr/>
          <p:nvPr/>
        </p:nvSpPr>
        <p:spPr>
          <a:xfrm>
            <a:off x="5669280" y="2816352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4" name="Shape 26"/>
          <p:cNvSpPr/>
          <p:nvPr/>
        </p:nvSpPr>
        <p:spPr>
          <a:xfrm>
            <a:off x="6949440" y="2816352"/>
            <a:ext cx="155448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 code scanning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44" y="2871216"/>
            <a:ext cx="164592" cy="164592"/>
          </a:xfrm>
          <a:prstGeom prst="rect">
            <a:avLst/>
          </a:prstGeom>
        </p:spPr>
      </p:pic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4204" y="2871216"/>
            <a:ext cx="164592" cy="164592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4384" y="2871216"/>
            <a:ext cx="164592" cy="164592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640080" y="3118104"/>
            <a:ext cx="365760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0" name="Shape 29"/>
          <p:cNvSpPr/>
          <p:nvPr/>
        </p:nvSpPr>
        <p:spPr>
          <a:xfrm>
            <a:off x="4389120" y="3118104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1" name="Shape 30"/>
          <p:cNvSpPr/>
          <p:nvPr/>
        </p:nvSpPr>
        <p:spPr>
          <a:xfrm>
            <a:off x="5669280" y="3118104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2" name="Shape 31"/>
          <p:cNvSpPr/>
          <p:nvPr/>
        </p:nvSpPr>
        <p:spPr>
          <a:xfrm>
            <a:off x="6949440" y="3118104"/>
            <a:ext cx="155448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3" name="Text 32"/>
          <p:cNvSpPr/>
          <p:nvPr/>
        </p:nvSpPr>
        <p:spPr>
          <a:xfrm>
            <a:off x="640080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</a:t>
            </a:r>
            <a:endParaRPr lang="en-US" sz="1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4044" y="3172968"/>
            <a:ext cx="164592" cy="164592"/>
          </a:xfrm>
          <a:prstGeom prst="rect">
            <a:avLst/>
          </a:prstGeom>
        </p:spPr>
      </p:pic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04" y="3172968"/>
            <a:ext cx="164592" cy="164592"/>
          </a:xfrm>
          <a:prstGeom prst="rect">
            <a:avLst/>
          </a:prstGeom>
        </p:spPr>
      </p:pic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4384" y="3172968"/>
            <a:ext cx="164592" cy="164592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40080" y="3419856"/>
            <a:ext cx="365760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48" name="Shape 34"/>
          <p:cNvSpPr/>
          <p:nvPr/>
        </p:nvSpPr>
        <p:spPr>
          <a:xfrm>
            <a:off x="4389120" y="3419856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49" name="Shape 35"/>
          <p:cNvSpPr/>
          <p:nvPr/>
        </p:nvSpPr>
        <p:spPr>
          <a:xfrm>
            <a:off x="5669280" y="3419856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50" name="Shape 36"/>
          <p:cNvSpPr/>
          <p:nvPr/>
        </p:nvSpPr>
        <p:spPr>
          <a:xfrm>
            <a:off x="6949440" y="3419856"/>
            <a:ext cx="155448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51" name="Text 37"/>
          <p:cNvSpPr/>
          <p:nvPr/>
        </p:nvSpPr>
        <p:spPr>
          <a:xfrm>
            <a:off x="64008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00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4044" y="3474720"/>
            <a:ext cx="164592" cy="164592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669280" y="34198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auth/data</a:t>
            </a:r>
            <a:endParaRPr lang="en-US" sz="90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44384" y="3474720"/>
            <a:ext cx="164592" cy="164592"/>
          </a:xfrm>
          <a:prstGeom prst="rect">
            <a:avLst/>
          </a:prstGeom>
        </p:spPr>
      </p:pic>
      <p:sp>
        <p:nvSpPr>
          <p:cNvPr id="55" name="Shape 39"/>
          <p:cNvSpPr/>
          <p:nvPr/>
        </p:nvSpPr>
        <p:spPr>
          <a:xfrm>
            <a:off x="640080" y="3721608"/>
            <a:ext cx="365760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6" name="Shape 40"/>
          <p:cNvSpPr/>
          <p:nvPr/>
        </p:nvSpPr>
        <p:spPr>
          <a:xfrm>
            <a:off x="4389120" y="3721608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7" name="Shape 41"/>
          <p:cNvSpPr/>
          <p:nvPr/>
        </p:nvSpPr>
        <p:spPr>
          <a:xfrm>
            <a:off x="5669280" y="3721608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8" name="Shape 42"/>
          <p:cNvSpPr/>
          <p:nvPr/>
        </p:nvSpPr>
        <p:spPr>
          <a:xfrm>
            <a:off x="6949440" y="3721608"/>
            <a:ext cx="155448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9" name="Text 43"/>
          <p:cNvSpPr/>
          <p:nvPr/>
        </p:nvSpPr>
        <p:spPr>
          <a:xfrm>
            <a:off x="64008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plan</a:t>
            </a:r>
            <a:endParaRPr lang="en-US" sz="10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4044" y="3776472"/>
            <a:ext cx="164592" cy="164592"/>
          </a:xfrm>
          <a:prstGeom prst="rect">
            <a:avLst/>
          </a:prstGeom>
        </p:spPr>
      </p:pic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4204" y="3776472"/>
            <a:ext cx="164592" cy="164592"/>
          </a:xfrm>
          <a:prstGeom prst="rect">
            <a:avLst/>
          </a:prstGeom>
        </p:spPr>
      </p:pic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44384" y="3776472"/>
            <a:ext cx="164592" cy="164592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64" name="Shape 45"/>
          <p:cNvSpPr/>
          <p:nvPr/>
        </p:nvSpPr>
        <p:spPr>
          <a:xfrm>
            <a:off x="4389120" y="4023360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65" name="Shape 46"/>
          <p:cNvSpPr/>
          <p:nvPr/>
        </p:nvSpPr>
        <p:spPr>
          <a:xfrm>
            <a:off x="5669280" y="4023360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66" name="Shape 47"/>
          <p:cNvSpPr/>
          <p:nvPr/>
        </p:nvSpPr>
        <p:spPr>
          <a:xfrm>
            <a:off x="6949440" y="4023360"/>
            <a:ext cx="155448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67" name="Text 48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impact assessed</a:t>
            </a:r>
            <a:endParaRPr lang="en-US" sz="1000" dirty="0"/>
          </a:p>
        </p:txBody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24044" y="4078224"/>
            <a:ext cx="164592" cy="164592"/>
          </a:xfrm>
          <a:prstGeom prst="rect">
            <a:avLst/>
          </a:prstGeom>
        </p:spPr>
      </p:pic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04204" y="4078224"/>
            <a:ext cx="164592" cy="164592"/>
          </a:xfrm>
          <a:prstGeom prst="rect">
            <a:avLst/>
          </a:prstGeom>
        </p:spPr>
      </p:pic>
      <p:pic>
        <p:nvPicPr>
          <p:cNvPr id="7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44384" y="4078224"/>
            <a:ext cx="164592" cy="164592"/>
          </a:xfrm>
          <a:prstGeom prst="rect">
            <a:avLst/>
          </a:prstGeom>
        </p:spPr>
      </p:pic>
      <p:sp>
        <p:nvSpPr>
          <p:cNvPr id="71" name="Shape 49"/>
          <p:cNvSpPr/>
          <p:nvPr/>
        </p:nvSpPr>
        <p:spPr>
          <a:xfrm>
            <a:off x="640080" y="4325112"/>
            <a:ext cx="365760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2" name="Shape 50"/>
          <p:cNvSpPr/>
          <p:nvPr/>
        </p:nvSpPr>
        <p:spPr>
          <a:xfrm>
            <a:off x="4389120" y="4325112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3" name="Shape 51"/>
          <p:cNvSpPr/>
          <p:nvPr/>
        </p:nvSpPr>
        <p:spPr>
          <a:xfrm>
            <a:off x="5669280" y="4325112"/>
            <a:ext cx="123444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4" name="Shape 52"/>
          <p:cNvSpPr/>
          <p:nvPr/>
        </p:nvSpPr>
        <p:spPr>
          <a:xfrm>
            <a:off x="6949440" y="4325112"/>
            <a:ext cx="1554480" cy="27432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5" name="Text 53"/>
          <p:cNvSpPr/>
          <p:nvPr/>
        </p:nvSpPr>
        <p:spPr>
          <a:xfrm>
            <a:off x="64008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24044" y="4379976"/>
            <a:ext cx="164592" cy="164592"/>
          </a:xfrm>
          <a:prstGeom prst="rect">
            <a:avLst/>
          </a:prstGeom>
        </p:spPr>
      </p:pic>
      <p:sp>
        <p:nvSpPr>
          <p:cNvPr id="77" name="Text 54"/>
          <p:cNvSpPr/>
          <p:nvPr/>
        </p:nvSpPr>
        <p:spPr>
          <a:xfrm>
            <a:off x="5669280" y="4325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new endpoint</a:t>
            </a:r>
            <a:endParaRPr lang="en-US" sz="900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44384" y="4379976"/>
            <a:ext cx="164592" cy="164592"/>
          </a:xfrm>
          <a:prstGeom prst="rect">
            <a:avLst/>
          </a:prstGeom>
        </p:spPr>
      </p:pic>
      <p:sp>
        <p:nvSpPr>
          <p:cNvPr id="79" name="Shape 55"/>
          <p:cNvSpPr/>
          <p:nvPr/>
        </p:nvSpPr>
        <p:spPr>
          <a:xfrm>
            <a:off x="640080" y="4626864"/>
            <a:ext cx="365760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0" name="Shape 56"/>
          <p:cNvSpPr/>
          <p:nvPr/>
        </p:nvSpPr>
        <p:spPr>
          <a:xfrm>
            <a:off x="4389120" y="4626864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1" name="Shape 57"/>
          <p:cNvSpPr/>
          <p:nvPr/>
        </p:nvSpPr>
        <p:spPr>
          <a:xfrm>
            <a:off x="5669280" y="4626864"/>
            <a:ext cx="123444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2" name="Shape 58"/>
          <p:cNvSpPr/>
          <p:nvPr/>
        </p:nvSpPr>
        <p:spPr>
          <a:xfrm>
            <a:off x="6949440" y="4626864"/>
            <a:ext cx="1554480" cy="2743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83" name="Text 59"/>
          <p:cNvSpPr/>
          <p:nvPr/>
        </p:nvSpPr>
        <p:spPr>
          <a:xfrm>
            <a:off x="64008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generated</a:t>
            </a:r>
            <a:endParaRPr lang="en-US" sz="1000" dirty="0"/>
          </a:p>
        </p:txBody>
      </p:sp>
      <p:pic>
        <p:nvPicPr>
          <p:cNvPr id="8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24044" y="4681728"/>
            <a:ext cx="164592" cy="164592"/>
          </a:xfrm>
          <a:prstGeom prst="rect">
            <a:avLst/>
          </a:prstGeom>
        </p:spPr>
      </p:pic>
      <p:pic>
        <p:nvPicPr>
          <p:cNvPr id="8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04204" y="4681728"/>
            <a:ext cx="164592" cy="164592"/>
          </a:xfrm>
          <a:prstGeom prst="rect">
            <a:avLst/>
          </a:prstGeom>
        </p:spPr>
      </p:pic>
      <p:pic>
        <p:nvPicPr>
          <p:cNvPr id="8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44384" y="4681728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Packs &amp; Skill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Packs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templates loaded at the right phase: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auth / PII / payments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15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715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self-review checklist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172968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99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 Safety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099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behavior preservation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557016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83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483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test before 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941064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67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DB / data changes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325112"/>
            <a:ext cx="128016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51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Notes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user-facing notes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55448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3-Layer Progressive Loading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657600" cy="7315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05740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  ·  213 lines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rules, phase sequence, decision logic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3657600" cy="7315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926080"/>
            <a:ext cx="54864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  ·  507 lines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template, checklists, AI policy, handoffs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3657600" cy="73152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3794760"/>
            <a:ext cx="54864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Playbooks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  ·  437 lines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project types with arch &amp; build rules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1,157 lines — but only 213 are always in context. The rest loads only when needed.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when working with AI coding assistants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solidFill>
            <a:srgbClr val="3B151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65376"/>
            <a:ext cx="274320" cy="27432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4114800" cy="347472"/>
          </a:xfrm>
          <a:prstGeom prst="rect">
            <a:avLst/>
          </a:prstGeom>
          <a:solidFill>
            <a:srgbClr val="0B2920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865376"/>
            <a:ext cx="274320" cy="27432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instead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36576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240280"/>
            <a:ext cx="41148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40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build it"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240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triage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587752"/>
            <a:ext cx="36576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2587752"/>
            <a:ext cx="41148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5877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assume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587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gate until zero unknowns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35224"/>
            <a:ext cx="36576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2935224"/>
            <a:ext cx="41148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935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all at once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935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step at a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282696"/>
            <a:ext cx="36576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3282696"/>
            <a:ext cx="41148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2826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deviate from plan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2826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flag deviations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630168"/>
            <a:ext cx="36576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3630168"/>
            <a:ext cx="41148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301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after all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630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alongside each step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977640"/>
            <a:ext cx="36576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0" y="3977640"/>
            <a:ext cx="4114800" cy="31089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9776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approval gates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977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"approved" before Build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325112"/>
            <a:ext cx="36576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8" name="Shape 36"/>
          <p:cNvSpPr/>
          <p:nvPr/>
        </p:nvSpPr>
        <p:spPr>
          <a:xfrm>
            <a:off x="4389120" y="4325112"/>
            <a:ext cx="4114800" cy="310896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3251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mega in one session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4325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3–7 sub-tasks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71323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Packs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173736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029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· PR review · refactor safety · test strategy · migration · release notes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71323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596896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Automation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52360" y="256032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852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script · agent runner · integration checker · AGENTS.md generator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7863840" cy="71323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Hardening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52360" y="338328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3383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templates · pre-commit hooks · SBOM tooling · security scanning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7863840" cy="713232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242816"/>
            <a:ext cx="457200" cy="4572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630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Playbooks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52360" y="4206240"/>
            <a:ext cx="86868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4206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498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· React/Next.js · Python FastAPI · Docker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 ·  Contributions welcome  ·  See ROADMAP.md for priorities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194560" cy="2194560"/>
          </a:xfrm>
          <a:prstGeom prst="ellipse">
            <a:avLst/>
          </a:prstGeom>
          <a:solidFill>
            <a:srgbClr val="131C3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254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365760"/>
            <a:ext cx="182880" cy="18288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4389120"/>
            <a:ext cx="137160" cy="137160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65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3749040" cy="24688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234440"/>
            <a:ext cx="54864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 — Use as Prompts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prompt templates from the framework docs into your AI conversations.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task with: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2606040"/>
            <a:ext cx="32004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want to [describe task].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 the size and tell 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phases to run.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3749040" cy="2468880"/>
          </a:xfrm>
          <a:prstGeom prst="rect">
            <a:avLst/>
          </a:prstGeom>
          <a:solidFill>
            <a:srgbClr val="131C31"/>
          </a:solidFill>
          <a:ln/>
        </p:spPr>
      </p:sp>
      <p:sp>
        <p:nvSpPr>
          <p:cNvPr id="15" name="Shape 12"/>
          <p:cNvSpPr/>
          <p:nvPr/>
        </p:nvSpPr>
        <p:spPr>
          <a:xfrm>
            <a:off x="4754880" y="1234440"/>
            <a:ext cx="54864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 — Install as Skill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dev-workflow/ folder into your Claude skills directory. The AI automatically follows the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2606040"/>
            <a:ext cx="3200400" cy="77724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dev-workflow/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  &lt;- always loaded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principle: never let the AI guess.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 ·  Contributions welcome  ·  github.com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Development Workflow (ADW)</dc:title>
  <dc:subject>PptxGenJS Presentation</dc:subject>
  <dc:creator>Laimis</dc:creator>
  <cp:lastModifiedBy>Laimis</cp:lastModifiedBy>
  <cp:revision>1</cp:revision>
  <dcterms:created xsi:type="dcterms:W3CDTF">2026-03-10T19:48:32Z</dcterms:created>
  <dcterms:modified xsi:type="dcterms:W3CDTF">2026-03-10T19:48:32Z</dcterms:modified>
</cp:coreProperties>
</file>